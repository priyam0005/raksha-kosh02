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number 1 in the valid PPTX test file.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number 2 in the valid PPTX test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number 3 in the valid PPTX test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